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A tiny library with a big twist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A lightweight, dependency-free number-theory toolkit for Python.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The twist: the math ships as a compiled binary — the source code stays out of the package.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Clean Python API plus a  number-theory  command-line tool.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MVP is live (v0.1.0): GCD &amp; LCM. Lots more math on the 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828800"/>
            <a:ext cx="3977639" cy="123444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956816"/>
            <a:ext cx="3794759" cy="1051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B13C"/>
                </a:solidFill>
                <a:latin typeface="Calibri"/>
              </a:rPr>
              <a:t>v0.1.0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6BCCE"/>
                </a:solidFill>
                <a:latin typeface="Calibri"/>
              </a:rPr>
              <a:t>first public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3246120"/>
            <a:ext cx="3977639" cy="123444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3374136"/>
            <a:ext cx="3794759" cy="1051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B13C"/>
                </a:solidFill>
                <a:latin typeface="Calibri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6BCCE"/>
                </a:solidFill>
                <a:latin typeface="Calibri"/>
              </a:rPr>
              <a:t>runtime dependencies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663440"/>
            <a:ext cx="3977639" cy="123444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4791455"/>
            <a:ext cx="3794759" cy="1051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B13C"/>
                </a:solidFill>
                <a:latin typeface="Calibri"/>
              </a:rPr>
              <a:t>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6BCCE"/>
                </a:solidFill>
                <a:latin typeface="Calibri"/>
              </a:rPr>
              <a:t>functions, arbitrary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Ship the math, not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85216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Normally  pip install  hands people your readable .py files.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number_theory compiles the algorithms into a native binary instead.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Users get working functions; the implementation stays compiled.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Ideal for protecting IP — or shipping an internal tool without the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4663440" cy="10515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7780">
            <a:solidFill>
              <a:srgbClr val="D9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947672"/>
            <a:ext cx="4206240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D9B13C"/>
                </a:solidFill>
                <a:latin typeface="Consolas"/>
              </a:rPr>
              <a:t>.pyx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Cython source you 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871215"/>
            <a:ext cx="548640" cy="3108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E869B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200400"/>
            <a:ext cx="4663440" cy="10515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7780">
            <a:solidFill>
              <a:srgbClr val="5A9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3319272"/>
            <a:ext cx="4206240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5A9BD0"/>
                </a:solidFill>
                <a:latin typeface="Consolas"/>
              </a:rPr>
              <a:t>compile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Cython → C → native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242816"/>
            <a:ext cx="548640" cy="3108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E869B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72000"/>
            <a:ext cx="4663440" cy="10515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778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4690872"/>
            <a:ext cx="4206240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74C493"/>
                </a:solidFill>
                <a:latin typeface="Consolas"/>
              </a:rPr>
              <a:t>.pyd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binary that ships in the wheel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What's shipping — and what's coming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57800" cy="434340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905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4C493"/>
                </a:solidFill>
                <a:latin typeface="Calibri"/>
              </a:rPr>
              <a:t>✓  Shipping now — v0.1.0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800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CF2F8"/>
                </a:solidFill>
                <a:latin typeface="Consolas"/>
              </a:rPr>
              <a:t>gcd(a, b)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greatest common divisor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CF2F8"/>
                </a:solidFill>
                <a:latin typeface="Consolas"/>
              </a:rPr>
              <a:t>lcm(a, b)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least common multiple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CF2F8"/>
                </a:solidFill>
                <a:latin typeface="Consolas"/>
              </a:rPr>
              <a:t>extended_gcd(a, b)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returns g, x, y with a·x+b·y=g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CF2F8"/>
                </a:solidFill>
                <a:latin typeface="Consolas"/>
              </a:rPr>
              <a:t>gcd_many(*n)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GCD of many integers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CF2F8"/>
                </a:solidFill>
                <a:latin typeface="Consolas"/>
              </a:rPr>
              <a:t>lcm_many(*n)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LCM of many integers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257800" cy="434340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9050">
            <a:solidFill>
              <a:srgbClr val="D9B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B13C"/>
                </a:solidFill>
                <a:latin typeface="Calibri"/>
              </a:rPr>
              <a:t>◷  On the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is_prime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primality testing  (#3)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primes_up_to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Sieve of Eratosthenes  (#4)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factorize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integer factorization  (#5)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euler_totient  φ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count coprime integers  (#6)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mod_pow / mod_inverse   </a:t>
            </a:r>
            <a:r>
              <a:rPr sz="1250" b="0" i="0">
                <a:solidFill>
                  <a:srgbClr val="A6BCCE"/>
                </a:solidFill>
                <a:latin typeface="Calibri"/>
              </a:rPr>
              <a:t>modular arithmetic  (#7)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THE MATH ·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The MVP: GCD &amp; LCM, the Euclidean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94360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Euclid's trick: replace (a, b) with (b, a mod b), repeat until b = 0.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≈ 2,300 years old — one of the oldest algorithms still in daily use.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Arbitrary precision: correct for numbers of ANY size.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extended_gcd also returns x, y with a·x + b·y = gcd — the seed of RSA key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4663440" cy="3200400"/>
          </a:xfrm>
          <a:prstGeom prst="roundRect">
            <a:avLst>
              <a:gd name="adj" fmla="val 5500"/>
            </a:avLst>
          </a:prstGeom>
          <a:solidFill>
            <a:srgbClr val="0A1420"/>
          </a:solidFill>
          <a:ln w="12700">
            <a:solidFill>
              <a:srgbClr val="24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9168" y="1938528"/>
            <a:ext cx="429767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B13C"/>
                </a:solidFill>
                <a:latin typeface="Consola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7456" y="2377440"/>
            <a:ext cx="4251959" cy="2560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import number_theory as 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nt.gcd(12, 18)            #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nt.lcm(4, 6)              # 12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nt.gcd_many(12, 18, 24)   #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nt.extended_gcd(240, 46)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BCE7A"/>
                </a:solidFill>
                <a:latin typeface="Consolas"/>
              </a:rPr>
              <a:t>#  (2, -9, 47)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THE MATH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The math still to 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9584" cy="17373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93392"/>
            <a:ext cx="3127248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BCE7A"/>
                </a:solidFill>
                <a:latin typeface="Consolas"/>
              </a:rPr>
              <a:t>is_prime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Is this number prime? A fast Miller–Rabin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529584" cy="17373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993392"/>
            <a:ext cx="3127248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BCE7A"/>
                </a:solidFill>
                <a:latin typeface="Consolas"/>
              </a:rPr>
              <a:t>prime sieve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All primes up to N, via the Sieve of Eratosthenes.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1" y="1828800"/>
            <a:ext cx="3529584" cy="17373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993392"/>
            <a:ext cx="3127248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BCE7A"/>
                </a:solidFill>
                <a:latin typeface="Consolas"/>
              </a:rPr>
              <a:t>factorize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Break a number into primes:  60 = 2·2·3·5.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22191"/>
            <a:ext cx="3529584" cy="17373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986783"/>
            <a:ext cx="3127248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BCE7A"/>
                </a:solidFill>
                <a:latin typeface="Consolas"/>
              </a:rPr>
              <a:t>Euler's totient  φ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How many integers below n share no factor with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3822191"/>
            <a:ext cx="3529584" cy="17373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3986783"/>
            <a:ext cx="3127248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BCE7A"/>
                </a:solidFill>
                <a:latin typeface="Consolas"/>
              </a:rPr>
              <a:t>modular arithmetic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mod_pow, mod_inverse — the machinery behind RSA.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1" y="3822191"/>
            <a:ext cx="3529584" cy="17373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986783"/>
            <a:ext cx="3127248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A9BD0"/>
                </a:solidFill>
                <a:latin typeface="Calibri"/>
              </a:rPr>
              <a:t>fun fact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There are infinitely many primes — Euclid proved it ~300 BC.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TECHNICAL DETOUR 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What is a Python wheel?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94360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A wheel (.whl) is Python's built package format — really just a ZIP with a special name.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"Built" means ready to install:  pip  unzips it into place — no compiling on the user's machine.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The filename encodes what it fits: interpreter, version, OS, and CPU.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Perfect for us: the compiled .pyd rides inside the wheel, so users just  pip install.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4663440" cy="338328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9168" y="1975104"/>
            <a:ext cx="4297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B13C"/>
                </a:solidFill>
                <a:latin typeface="Consolas"/>
              </a:rPr>
              <a:t>decoding the filename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9168" y="2432304"/>
            <a:ext cx="434340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number_theory   </a:t>
            </a:r>
            <a:r>
              <a:rPr sz="1300" b="0" i="0">
                <a:solidFill>
                  <a:srgbClr val="A6BCCE"/>
                </a:solidFill>
                <a:latin typeface="Calibri"/>
              </a:rPr>
              <a:t>→  package 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0.1.0   </a:t>
            </a:r>
            <a:r>
              <a:rPr sz="1300" b="0" i="0">
                <a:solidFill>
                  <a:srgbClr val="A6BCCE"/>
                </a:solidFill>
                <a:latin typeface="Calibri"/>
              </a:rPr>
              <a:t>→  version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cp314   </a:t>
            </a:r>
            <a:r>
              <a:rPr sz="1300" b="0" i="0">
                <a:solidFill>
                  <a:srgbClr val="A6BCCE"/>
                </a:solidFill>
                <a:latin typeface="Calibri"/>
              </a:rPr>
              <a:t>→  CPython 3.14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BCE7A"/>
                </a:solidFill>
                <a:latin typeface="Consolas"/>
              </a:rPr>
              <a:t>win_amd64   </a:t>
            </a:r>
            <a:r>
              <a:rPr sz="1300" b="0" i="0">
                <a:solidFill>
                  <a:srgbClr val="A6BCCE"/>
                </a:solidFill>
                <a:latin typeface="Calibri"/>
              </a:rPr>
              <a:t>→  Windows, 64-bit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TECHNICAL DETOUR  2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Cython — and why compiling is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49224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Cython compiles Python-like code into C, then into a native module.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Plain Python is interpreted step-by-step; compiled C runs straight on the CPU.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Add static C types and hot loops can run 10–100× faster — no per-operation interpreter tax.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Here we use Cython mainly to hide the source; we kept full Python int math for arbitrary precision, so today's speed-ups are modest — the fast path is open for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965960"/>
            <a:ext cx="1965960" cy="146304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2093976"/>
            <a:ext cx="178308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5A9BD0"/>
                </a:solidFill>
                <a:latin typeface="Calibri"/>
              </a:rPr>
              <a:t>1×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6BCCE"/>
                </a:solidFill>
                <a:latin typeface="Calibri"/>
              </a:rPr>
              <a:t>interpreted
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965960"/>
            <a:ext cx="1965960" cy="146304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19" y="2093976"/>
            <a:ext cx="178308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B13C"/>
                </a:solidFill>
                <a:latin typeface="Calibri"/>
              </a:rPr>
              <a:t>≤100×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6BCCE"/>
                </a:solidFill>
                <a:latin typeface="Calibri"/>
              </a:rPr>
              <a:t>typed
Cython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657600"/>
            <a:ext cx="406908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B13C"/>
                </a:solidFill>
                <a:latin typeface="Calibri"/>
              </a:rPr>
              <a:t>Rule of thumb: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6BCCE"/>
                </a:solidFill>
                <a:latin typeface="Calibri"/>
              </a:rPr>
              <a:t>  the more your code looks like tight numeric C (typed loops, no Python objects), the bigger the win.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How we ship without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85216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_core.pyx (Cython) holds every algorithm.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The build compiles it to  _core.&lt;abi&gt;.pyd  — machine code.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The wheel bundles only the .pyd plus thin wrappers.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The .pyx and generated .c are kept out. Verified: unzip the wheel and there's no algorithm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4663440" cy="3840480"/>
          </a:xfrm>
          <a:prstGeom prst="roundRect">
            <a:avLst>
              <a:gd name="adj" fmla="val 5500"/>
            </a:avLst>
          </a:prstGeom>
          <a:solidFill>
            <a:srgbClr val="0A1420"/>
          </a:solidFill>
          <a:ln w="12700">
            <a:solidFill>
              <a:srgbClr val="24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9168" y="1975104"/>
            <a:ext cx="4297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B13C"/>
                </a:solidFill>
                <a:latin typeface="Consolas"/>
              </a:rPr>
              <a:t>inside the .whl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9168" y="2468880"/>
            <a:ext cx="43434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74C493"/>
                </a:solidFill>
                <a:latin typeface="Consolas"/>
              </a:rPr>
              <a:t>✓  _core.cp314-win_amd64.pyd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✓  __init__.py   (re-exports)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✓  __main__.py   (the CLI)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✓  _core.pyi     (type stubs)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D97A6A"/>
                </a:solidFill>
                <a:latin typeface="Consolas"/>
              </a:rPr>
              <a:t>✗  _core.pyx     (Cython source)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D97A6A"/>
                </a:solidFill>
                <a:latin typeface="Consolas"/>
              </a:rPr>
              <a:t>✗  _core.c       (generated 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Getting it: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76072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The release wheel targets Windows x64 + CPython 3.14.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Install straight from the GitHub Release.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Other OS or Python version? Build from source (needs a C compiler).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Tip: install into a virtual environment to keep things tidy.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4754880" cy="3566160"/>
          </a:xfrm>
          <a:prstGeom prst="roundRect">
            <a:avLst>
              <a:gd name="adj" fmla="val 5500"/>
            </a:avLst>
          </a:prstGeom>
          <a:solidFill>
            <a:srgbClr val="0A1420"/>
          </a:solidFill>
          <a:ln w="12700">
            <a:solidFill>
              <a:srgbClr val="24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67728" y="1938528"/>
            <a:ext cx="4389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B13C"/>
                </a:solidFill>
                <a:latin typeface="Consolas"/>
              </a:rPr>
              <a:t>powershell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6016" y="2377440"/>
            <a:ext cx="4343400" cy="2926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869B"/>
                </a:solidFill>
                <a:latin typeface="Consolas"/>
              </a:rPr>
              <a:t># from the GitHub Release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CF2F8"/>
                </a:solidFill>
                <a:latin typeface="Consolas"/>
              </a:rPr>
              <a:t>pip install number_theory-0.1.0-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CF2F8"/>
                </a:solidFill>
                <a:latin typeface="Consolas"/>
              </a:rPr>
              <a:t>  cp314-cp314-win_amd64.whl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CF2F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869B"/>
                </a:solidFill>
                <a:latin typeface="Consolas"/>
              </a:rPr>
              <a:t># or build it yourself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CF2F8"/>
                </a:solidFill>
                <a:latin typeface="Consolas"/>
              </a:rPr>
              <a:t>pip install build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CF2F8"/>
                </a:solidFill>
                <a:latin typeface="Consolas"/>
              </a:rPr>
              <a:t>python -m build --wheel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Using it: command line &amp;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5500"/>
            </a:avLst>
          </a:prstGeom>
          <a:solidFill>
            <a:srgbClr val="0A1420"/>
          </a:solidFill>
          <a:ln w="12700">
            <a:solidFill>
              <a:srgbClr val="24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498347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B13C"/>
                </a:solidFill>
                <a:latin typeface="Consolas"/>
              </a:rPr>
              <a:t>command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377440"/>
            <a:ext cx="4937759" cy="32918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number-theory gcd 12 18 24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4C493"/>
                </a:solidFill>
                <a:latin typeface="Consolas"/>
              </a:rPr>
              <a:t>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number-theory lcm 4 6 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4C493"/>
                </a:solidFill>
                <a:latin typeface="Consolas"/>
              </a:rPr>
              <a:t>24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number-theory egcd 240 46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4C493"/>
                </a:solidFill>
                <a:latin typeface="Consolas"/>
              </a:rPr>
              <a:t>2 -9 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5500"/>
            </a:avLst>
          </a:prstGeom>
          <a:solidFill>
            <a:srgbClr val="0A1420"/>
          </a:solidFill>
          <a:ln w="12700">
            <a:solidFill>
              <a:srgbClr val="24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938528"/>
            <a:ext cx="498347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B13C"/>
                </a:solidFill>
                <a:latin typeface="Consola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2377440"/>
            <a:ext cx="4937759" cy="32918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import number_theory as 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nt.gcd(12, 18)             #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nt.lcm(4, 6)               # 12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nt.gcd_many(12, 18, 24)    #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F2F8"/>
                </a:solidFill>
                <a:latin typeface="Consolas"/>
              </a:rPr>
              <a:t>nt.extended_gcd(240, 46)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BCE7A"/>
                </a:solidFill>
                <a:latin typeface="Consolas"/>
              </a:rPr>
              <a:t>#  (2, -9, 47)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Gotchas we hit — so you won't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881360" cy="1316736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20824"/>
            <a:ext cx="10424160" cy="1051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BCE7A"/>
                </a:solidFill>
                <a:latin typeface="Consolas"/>
              </a:rPr>
              <a:t>'number-theory' is not recognized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6BCCE"/>
                </a:solidFill>
                <a:latin typeface="Calibri"/>
              </a:rPr>
              <a:t>Python's Scripts folder isn't on PATH. Run  python -m number_theory,  or add it to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55848"/>
            <a:ext cx="10881360" cy="1316736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02152"/>
            <a:ext cx="10424160" cy="1051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BCE7A"/>
                </a:solidFill>
                <a:latin typeface="Consolas"/>
              </a:rPr>
              <a:t>not a supported wheel on this platform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6BCCE"/>
                </a:solidFill>
                <a:latin typeface="Calibri"/>
              </a:rPr>
              <a:t>The release wheel is Windows x64 + Python 3.14 only. On anything else, build from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37176"/>
            <a:ext cx="10881360" cy="1316736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A4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BCE7A"/>
                </a:solidFill>
                <a:latin typeface="Consolas"/>
              </a:rPr>
              <a:t>ModuleNotFoundError: number_theory._core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6BCCE"/>
                </a:solidFill>
                <a:latin typeface="Calibri"/>
              </a:rPr>
              <a:t>You're running from inside the repo — the source folder shadows the installed binary. Run from elsewhere.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Release notes — v0.1.0 “GCD &amp; LCM MVP”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40080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First release: GCD &amp; LCM via Euclid, as a compiled, source-less binary.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Install: pip install the Windows x64 / py3.14 wheel.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Inside: gcd, lcm, extended_gcd, gcd_many, lcm_many — arbitrary precision.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Only the compiled _core.&lt;abi&gt;.pyd ships — no .pyx / .c.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Implements issues #1, #2, #10, #11.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206240" cy="2651760"/>
          </a:xfrm>
          <a:prstGeom prst="roundRect">
            <a:avLst>
              <a:gd name="adj" fmla="val 5500"/>
            </a:avLst>
          </a:prstGeom>
          <a:solidFill>
            <a:srgbClr val="172A3E"/>
          </a:solidFill>
          <a:ln w="12700">
            <a:solidFill>
              <a:srgbClr val="2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16368" y="1975104"/>
            <a:ext cx="38404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B13C"/>
                </a:solidFill>
                <a:latin typeface="Consolas"/>
              </a:rPr>
              <a:t>release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6368" y="2487168"/>
            <a:ext cx="388620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⬇  number_theory-0.1.0-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      cp314-win_amd64.whl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ECF2F8"/>
                </a:solidFill>
                <a:latin typeface="Consolas"/>
              </a:rPr>
              <a:t>⬇  USER_GUIDE.pdf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Built green: CI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66928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GitHub Actions runs on every push and pull request.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Each job compiles the wheel and tests the actual compiled module.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A release workflow builds &amp; attaches wheels for every platform automatically.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Matrix below: 3 operating systems × 4 Python versions — all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4C493"/>
                </a:solidFill>
                <a:latin typeface="Consolas"/>
              </a:rPr>
              <a:t>CI matrix — 12 / 12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432304"/>
            <a:ext cx="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406640" y="2286000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359152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85632" y="2286000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2359152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64624" y="2286000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64624" y="2359152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43616" y="2286000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43616" y="2359152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1051560" cy="7498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Ubuntu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91840"/>
            <a:ext cx="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406640" y="3145536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218688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3145536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3218688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64624" y="3145536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4624" y="3218688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43616" y="3145536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43616" y="3218688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45536"/>
            <a:ext cx="1051560" cy="7498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Windows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51376"/>
            <a:ext cx="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7406640" y="4005072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078224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5632" y="4005072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4078224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64624" y="4005072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64624" y="4078224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43616" y="4005072"/>
            <a:ext cx="969264" cy="749808"/>
          </a:xfrm>
          <a:prstGeom prst="roundRect">
            <a:avLst>
              <a:gd name="adj" fmla="val 5500"/>
            </a:avLst>
          </a:prstGeom>
          <a:solidFill>
            <a:srgbClr val="142C24"/>
          </a:solidFill>
          <a:ln w="13970">
            <a:solidFill>
              <a:srgbClr val="74C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43616" y="4078224"/>
            <a:ext cx="969264" cy="658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C493"/>
                </a:solidFill>
                <a:latin typeface="Consolas"/>
              </a:rPr>
              <a:t>✓ 3.14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005072"/>
            <a:ext cx="1051560" cy="7498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CCE"/>
                </a:solidFill>
                <a:latin typeface="Calibri"/>
              </a:rPr>
              <a:t>macOS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B13C"/>
                </a:solidFill>
                <a:latin typeface="Consola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CF2F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More math: primality, the prime sieve, factorization, Euler's φ, and modular arithmetic  (#3–#7).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Portable wheels for every OS via cibuildwheel — and maybe a PyPI publish so  pip install number_theory  just works.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Tighter binary: optionally strip docstrings and compile the wrappers too.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D9B13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ECF2F8"/>
                </a:solidFill>
                <a:latin typeface="Calibri"/>
              </a:rPr>
              <a:t>Everything is tracked as issues on the project's roadmap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number_theory  ·  v0.1.0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869B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CF2F8"/>
                </a:solidFill>
                <a:latin typeface="Consolas"/>
              </a:rPr>
              <a:t>number_theory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61188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EBCE7A"/>
                </a:solidFill>
                <a:latin typeface="Calibri"/>
              </a:rPr>
              <a:t>gcd · lcm shipping now — the rest of the primes are on their 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BCCE"/>
                </a:solidFill>
                <a:latin typeface="Consolas"/>
              </a:rPr>
              <a:t>github.com/Kuantor/number_theory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21208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E869B"/>
                </a:solidFill>
                <a:latin typeface="Calibri"/>
              </a:rPr>
              <a:t>Thanks for watching!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